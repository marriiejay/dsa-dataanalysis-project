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68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0FFE7-9BCA-42E3-897C-0DFF63C83C6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5F910-1154-453C-A2BE-4CD276E68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0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95D5-705E-4374-B033-9EF69196B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5AAAB-2F63-4FE9-9DD1-908073F75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6C915-315B-4090-BDFD-AB45397C6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B109B-1367-44CD-A9C2-FDC11C5A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9DF5C-3220-4029-A8CC-C682791D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7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239B-B699-4BFC-A79C-4F27B2D7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0C75-E822-4158-A880-A1838174D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C17B8-E585-4BBC-AF3F-220FB086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A6F5F-923E-4CE0-9B2D-F757C512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C7C73-3AF6-4A08-9FBC-A91A06D1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3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42C2-4A2C-4408-B004-147E3FDD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1175D-4647-494B-93F9-6886E752C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9E5F5-401D-474A-B17D-84BB062B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2F6A-C22B-4E4C-AE5E-73A23942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53649-2FDB-4CFE-9190-2206220A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ACB8-300D-4EC8-8F2B-03D9150FC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4847-7AAD-4697-8837-81936EBE3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9198D-1FAB-496B-8247-D03C5D244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4DB5E-9752-4FF6-928C-410EC8FE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6352A-3537-42F2-BE22-AA9CBDA7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AA766-3927-470F-A3D7-980D9C65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5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FB4C-4D35-4398-BE18-0C22243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085FC-E6B8-4CE1-826A-1B47D8B45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BE205-788D-428C-80EE-F3DE3AE27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CB4BE-0837-476F-A17B-B3935346F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9944EE-177C-4CCB-8F2D-286A9E3F8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A4146-BB02-4D4A-BF80-880D9914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F287A-AE52-4BCA-8177-C4B9BBB3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3BC4B-A58B-4068-802B-F448DDDB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0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D816-E5EC-4230-AC23-36FA1AC5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DAFBC-AE53-4826-892F-C658A169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963D4-5150-4844-A667-50E58FE5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49ECE-E500-4EEE-AC01-46018CB2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4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D1DDA-B0A4-4986-B799-A2D182F9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41AF8-B9F1-419A-907B-2A19FE19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5459D-CC6B-41A3-8F6C-9C3A7AFF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4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6200-5ED8-46A5-8CA8-775D3C9C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F8B4E-DCF2-4227-82F6-40AE09A51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BA7E8-9492-47D2-9060-07290B48E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3E836-79D5-4767-9414-0323ED55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C6B94-2931-4A13-B109-FFFD0B16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AE398-EF1F-4D90-B52A-464F63BD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55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4FEA-D245-483F-B345-C5321D63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BDC48-FE50-4FD3-86DE-88630A061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0D70F-A985-4628-AB60-EA47C521A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AAD03-FC7B-490C-B153-1F616985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BD9D8-7C69-4F57-A3E1-F78552F4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371DA-FE32-4913-9A95-627215BC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9AD4-05C1-4019-BD50-5EB4F0B6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DACC2-2A9A-46A6-9644-4DDFC2E0F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CECDD-BFC2-434F-B213-6697FB9A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F0F18-C076-4E13-9863-7CF6E8D6A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A7DB8-5E2E-4907-AE30-429D1B32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42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B01CA-5F35-4E7C-958E-8855BBE3F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6B184-2D28-4D08-9EB5-C90B60051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4BDA0-61BB-424D-945C-B3020DE3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DBD3B-3E92-45DE-80E3-7FDDD3C1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6B8F7-9400-4EA2-8DA5-F40FEF45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6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68017-82AA-4CFF-99CA-248E5380D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EC5C0-D259-46A9-A242-E7F8DBEAB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94E14-C61E-4D49-AFB0-1D0AC3F0F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1CF54-6664-49CF-A498-6E3420A5C555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22210-F178-4454-8815-BD1F57448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BE2E0-1DE4-482E-B6CC-603E4CEA3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60802-1694-4096-94AA-39B39A513B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6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DDD1F-9495-4DFA-BC0A-560CE4D5A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680"/>
            <a:ext cx="9144000" cy="3022283"/>
          </a:xfrm>
        </p:spPr>
        <p:txBody>
          <a:bodyPr>
            <a:normAutofit fontScale="90000"/>
          </a:bodyPr>
          <a:lstStyle/>
          <a:p>
            <a:r>
              <a:rPr lang="en-US" dirty="0"/>
              <a:t> PRESENTATION OF THE RESULTS OF THE KMS CASE STUDY ANALYSIS 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086BC-D0D2-4F6E-BF51-879C137D42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BY </a:t>
            </a:r>
          </a:p>
          <a:p>
            <a:r>
              <a:rPr lang="en-US" sz="4000" dirty="0"/>
              <a:t>ADESINA MARIAM ADEPEJU</a:t>
            </a:r>
          </a:p>
        </p:txBody>
      </p:sp>
    </p:spTree>
    <p:extLst>
      <p:ext uri="{BB962C8B-B14F-4D97-AF65-F5344CB8AC3E}">
        <p14:creationId xmlns:p14="http://schemas.microsoft.com/office/powerpoint/2010/main" val="70889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E7A45-5573-4F7D-BC2D-8D62B43CB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720"/>
            <a:ext cx="12192000" cy="6048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EF1DA-993C-48B9-8A23-3DFD42DAF63D}"/>
              </a:ext>
            </a:extLst>
          </p:cNvPr>
          <p:cNvSpPr txBox="1"/>
          <p:nvPr/>
        </p:nvSpPr>
        <p:spPr>
          <a:xfrm>
            <a:off x="1844040" y="411480"/>
            <a:ext cx="7904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NO.1 </a:t>
            </a:r>
            <a:r>
              <a:rPr lang="en-US" sz="2400" b="1" dirty="0">
                <a:highlight>
                  <a:srgbClr val="FFFFFF"/>
                </a:highlight>
              </a:rPr>
              <a:t>WHICH PRODUCT CATEGORY HAD THE HIGHEST SALES?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57549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4AE73-AAF2-42D6-8D57-6E6DCDC2A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1040"/>
            <a:ext cx="12192000" cy="6155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2DEB3D-CB22-4E6C-B7A3-D157F2B2833E}"/>
              </a:ext>
            </a:extLst>
          </p:cNvPr>
          <p:cNvSpPr txBox="1"/>
          <p:nvPr/>
        </p:nvSpPr>
        <p:spPr>
          <a:xfrm>
            <a:off x="1630680" y="213360"/>
            <a:ext cx="986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NO 2.</a:t>
            </a:r>
            <a:r>
              <a:rPr lang="en-US" sz="2400" b="1" dirty="0">
                <a:highlight>
                  <a:srgbClr val="FFFFFF"/>
                </a:highlight>
                <a:latin typeface="+mj-lt"/>
              </a:rPr>
              <a:t> WHAT ARE THE TOP 3 AND BOTTOM 3 REGIONS IN TERMS OF SALES?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4870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644A05-3C21-49A8-B107-E87BC5DF7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1080"/>
            <a:ext cx="12192000" cy="5835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DEC6DA-4A09-477B-835D-3B0FD90B0325}"/>
              </a:ext>
            </a:extLst>
          </p:cNvPr>
          <p:cNvSpPr txBox="1"/>
          <p:nvPr/>
        </p:nvSpPr>
        <p:spPr>
          <a:xfrm>
            <a:off x="259080" y="411480"/>
            <a:ext cx="10271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 3 :</a:t>
            </a:r>
            <a:r>
              <a:rPr lang="en-US" sz="2400" b="1" dirty="0">
                <a:highlight>
                  <a:srgbClr val="FFFFFF"/>
                </a:highlight>
              </a:rPr>
              <a:t> WHAT WERE THE TOTAL SALES OF APPLIANCES IN ONTARIO?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1519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2E205-50B6-4D44-8067-7F0281F00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7720"/>
            <a:ext cx="12192000" cy="60486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AF5FC3-9A60-4ED3-B067-A18D30AF9F90}"/>
              </a:ext>
            </a:extLst>
          </p:cNvPr>
          <p:cNvSpPr txBox="1"/>
          <p:nvPr/>
        </p:nvSpPr>
        <p:spPr>
          <a:xfrm>
            <a:off x="121921" y="335280"/>
            <a:ext cx="11247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FF"/>
                </a:highlight>
                <a:latin typeface="+mj-lt"/>
              </a:rPr>
              <a:t>4 . ADVISE THE MANAGEMENT OF KMS ON HOW TO INCREASE REVENUE FROM THE BOTTOM 10 CUSTOMERS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4638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2628D-EF2B-46D9-9B91-89F11B49C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0080"/>
            <a:ext cx="12192000" cy="62162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F29C18-EF53-4D72-9038-068629606ED2}"/>
              </a:ext>
            </a:extLst>
          </p:cNvPr>
          <p:cNvSpPr txBox="1"/>
          <p:nvPr/>
        </p:nvSpPr>
        <p:spPr>
          <a:xfrm>
            <a:off x="365760" y="274320"/>
            <a:ext cx="1022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5. </a:t>
            </a:r>
            <a:r>
              <a:rPr lang="en-US" sz="2400" b="1" dirty="0">
                <a:highlight>
                  <a:srgbClr val="FFFFFF"/>
                </a:highlight>
                <a:latin typeface="+mj-lt"/>
              </a:rPr>
              <a:t>KMS INCURRED THE MOST SHIPPING COST USING WHICH SHIPPING METHOD?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243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D0DB84-61CC-436D-BF6B-A3D038BBC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1040"/>
            <a:ext cx="12192000" cy="61552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D8B3F4-F836-4190-9E5B-A827E6D9621F}"/>
              </a:ext>
            </a:extLst>
          </p:cNvPr>
          <p:cNvSpPr txBox="1"/>
          <p:nvPr/>
        </p:nvSpPr>
        <p:spPr>
          <a:xfrm>
            <a:off x="1" y="259080"/>
            <a:ext cx="1136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NO. 6 </a:t>
            </a:r>
            <a:r>
              <a:rPr lang="en-US" sz="1800" b="1" dirty="0">
                <a:highlight>
                  <a:srgbClr val="FFFFFF"/>
                </a:highlight>
                <a:latin typeface="+mj-lt"/>
              </a:rPr>
              <a:t> WHO ARE THE MOST VALUABLE CUSTOMERS, AND WHAT PRODUCTS OR SERVICES DO THEY TYPICALLY PURCHASE?</a:t>
            </a:r>
            <a:endParaRPr 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9131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B7F58-62F4-472D-A0A3-E19AFB4B1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0897" y="689670"/>
            <a:ext cx="12191999" cy="66695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BA8EC1-F6D3-4C42-8D5E-69F8F8301D10}"/>
              </a:ext>
            </a:extLst>
          </p:cNvPr>
          <p:cNvSpPr txBox="1"/>
          <p:nvPr/>
        </p:nvSpPr>
        <p:spPr>
          <a:xfrm>
            <a:off x="847783" y="289560"/>
            <a:ext cx="10496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NO 7. </a:t>
            </a:r>
            <a:r>
              <a:rPr lang="en-US" sz="2000" b="1" dirty="0">
                <a:highlight>
                  <a:srgbClr val="FFFFFF"/>
                </a:highlight>
                <a:latin typeface="+mj-lt"/>
              </a:rPr>
              <a:t>WHICH SMALL BUSINESS CUSTOMER HAD THE HIGHEST SALES?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957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8EECDE-394B-4F8C-9845-5BB408706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8160"/>
            <a:ext cx="12192000" cy="63381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B7F4B-FC3C-4952-8F12-E77DF92942DB}"/>
              </a:ext>
            </a:extLst>
          </p:cNvPr>
          <p:cNvSpPr txBox="1"/>
          <p:nvPr/>
        </p:nvSpPr>
        <p:spPr>
          <a:xfrm>
            <a:off x="137161" y="137160"/>
            <a:ext cx="11109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NO. 8 </a:t>
            </a:r>
            <a:r>
              <a:rPr lang="en-US" sz="2000" b="1" dirty="0">
                <a:highlight>
                  <a:srgbClr val="FFFFFF"/>
                </a:highlight>
                <a:latin typeface="+mj-lt"/>
              </a:rPr>
              <a:t>WHICH CORPORATE CUSTOMER PLACED THE MOST NUMBER OF ORDERS FROM 2009–2012?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9666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B43356-6263-445F-85F8-BBC5531B7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61705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4EECE9-CD15-477E-B5B3-306FA839F9D9}"/>
              </a:ext>
            </a:extLst>
          </p:cNvPr>
          <p:cNvSpPr txBox="1"/>
          <p:nvPr/>
        </p:nvSpPr>
        <p:spPr>
          <a:xfrm>
            <a:off x="792910" y="396240"/>
            <a:ext cx="12191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NO. 9 </a:t>
            </a:r>
            <a:r>
              <a:rPr lang="en-US" sz="2000" b="1" dirty="0">
                <a:highlight>
                  <a:srgbClr val="FFFFFF"/>
                </a:highlight>
                <a:latin typeface="Cascadia Mono" panose="020B0609020000020004" pitchFamily="49" charset="0"/>
              </a:rPr>
              <a:t>WHICH CONSUMER CUSTOMER WAS THE MOST PROFITABLE ONE?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11950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26D419-B07D-4947-A50D-3BF411D8F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" y="609600"/>
            <a:ext cx="11155680" cy="6063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AB063-B8F3-4CF6-AA99-6B430DDD49A2}"/>
              </a:ext>
            </a:extLst>
          </p:cNvPr>
          <p:cNvSpPr txBox="1"/>
          <p:nvPr/>
        </p:nvSpPr>
        <p:spPr>
          <a:xfrm>
            <a:off x="289560" y="411480"/>
            <a:ext cx="1179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NO.10 </a:t>
            </a:r>
            <a:r>
              <a:rPr lang="en-US" sz="1800" b="1" dirty="0">
                <a:highlight>
                  <a:srgbClr val="FFFFFF"/>
                </a:highlight>
              </a:rPr>
              <a:t> WHICH CUSTOMER RETURNED ITEMS, AND WHAT SEGMENT DO THEY BELONG TO?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7613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DCF96-2E5E-447B-9301-60C12CFFC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3193"/>
            <a:ext cx="12192000" cy="685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06451C-7222-4CD7-97EC-469BC09E4BE9}"/>
              </a:ext>
            </a:extLst>
          </p:cNvPr>
          <p:cNvSpPr txBox="1"/>
          <p:nvPr/>
        </p:nvSpPr>
        <p:spPr>
          <a:xfrm>
            <a:off x="1295400" y="411480"/>
            <a:ext cx="11470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NO.10 </a:t>
            </a:r>
            <a:r>
              <a:rPr lang="en-US" sz="1800" b="1" dirty="0">
                <a:highlight>
                  <a:srgbClr val="FFFFFF"/>
                </a:highlight>
              </a:rPr>
              <a:t> WHICH CUSTOMER RETURNED ITEMS, AND WHAT SEGMENT DO THEY BELONG TO CONTD ?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59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719C28-D8AB-49A1-ABE2-2B255E53A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280"/>
            <a:ext cx="12192000" cy="61400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6EFBD7-6E3A-4028-A166-756571A77060}"/>
              </a:ext>
            </a:extLst>
          </p:cNvPr>
          <p:cNvSpPr txBox="1"/>
          <p:nvPr/>
        </p:nvSpPr>
        <p:spPr>
          <a:xfrm>
            <a:off x="2971800" y="243840"/>
            <a:ext cx="6827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FF"/>
                </a:highlight>
                <a:latin typeface="+mj-lt"/>
              </a:rPr>
              <a:t>11. COMPARE ORDER PRIORITY WITH SHIP MODE</a:t>
            </a:r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2706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457D2-1CF6-4927-90BF-FAE179AEB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8433"/>
            <a:ext cx="12192000" cy="685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8D813A-2D01-4C05-8E8B-1C2A6736DA1E}"/>
              </a:ext>
            </a:extLst>
          </p:cNvPr>
          <p:cNvSpPr txBox="1"/>
          <p:nvPr/>
        </p:nvSpPr>
        <p:spPr>
          <a:xfrm>
            <a:off x="243840" y="198120"/>
            <a:ext cx="957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highlight>
                  <a:srgbClr val="FFFFFF"/>
                </a:highlight>
                <a:latin typeface="+mj-lt"/>
              </a:rPr>
              <a:t>11. COMPARE ORDER PRIORITY WITH SHIP MODE CONT’D</a:t>
            </a:r>
            <a:endParaRPr lang="en-US" sz="1800" b="1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83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196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Cascadia Mono</vt:lpstr>
      <vt:lpstr>Office Theme</vt:lpstr>
      <vt:lpstr> PRESENTATION OF THE RESULTS OF THE KMS CASE STUDY ANALYSIS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2025-07-06T20:35:20Z</dcterms:created>
  <dcterms:modified xsi:type="dcterms:W3CDTF">2025-07-06T21:04:26Z</dcterms:modified>
</cp:coreProperties>
</file>